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10"/>
  </p:handoutMasterIdLst>
  <p:sldIdLst>
    <p:sldId id="256" r:id="rId6"/>
    <p:sldId id="261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2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Frutiger LT Pro 55 Roman" panose="020B0602020204020204"/>
              </a:rPr>
              <a:t>Click to edit </a:t>
            </a:r>
            <a:br>
              <a:rPr lang="en-US" dirty="0">
                <a:latin typeface="Frutiger LT Pro 55 Roman" panose="020B0602020204020204"/>
              </a:rPr>
            </a:br>
            <a:r>
              <a:rPr lang="en-US" dirty="0">
                <a:latin typeface="Frutiger LT Pro 55 Roman" panose="020B0602020204020204"/>
              </a:rPr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788875" y="1595521"/>
            <a:ext cx="9232331" cy="3432302"/>
          </a:xfrm>
        </p:spPr>
        <p:txBody>
          <a:bodyPr/>
          <a:lstStyle/>
          <a:p>
            <a:r>
              <a:rPr lang="en-US" dirty="0"/>
              <a:t>Content title. 1</a:t>
            </a:r>
          </a:p>
          <a:p>
            <a:pPr lvl="2"/>
            <a:r>
              <a:rPr lang="en-US" dirty="0"/>
              <a:t>Sub title 1</a:t>
            </a:r>
          </a:p>
          <a:p>
            <a:pPr lvl="2"/>
            <a:r>
              <a:rPr lang="en-US" dirty="0"/>
              <a:t>Sub title 2</a:t>
            </a:r>
          </a:p>
          <a:p>
            <a:pPr lvl="3"/>
            <a:r>
              <a:rPr lang="en-US" dirty="0"/>
              <a:t>Lorem Ipsum</a:t>
            </a:r>
          </a:p>
          <a:p>
            <a:r>
              <a:rPr lang="en-US" dirty="0"/>
              <a:t>Content title. 1</a:t>
            </a:r>
          </a:p>
          <a:p>
            <a:pPr lvl="2"/>
            <a:r>
              <a:rPr lang="en-US" dirty="0"/>
              <a:t>Sub title 1</a:t>
            </a:r>
          </a:p>
          <a:p>
            <a:pPr lvl="2"/>
            <a:r>
              <a:rPr lang="en-US" dirty="0"/>
              <a:t>Sub title 2</a:t>
            </a:r>
          </a:p>
          <a:p>
            <a:pPr lvl="3"/>
            <a:r>
              <a:rPr lang="en-US" dirty="0"/>
              <a:t>Lorem Ipsum</a:t>
            </a:r>
          </a:p>
          <a:p>
            <a:pPr marL="1314450" lvl="3" indent="0">
              <a:buNone/>
            </a:pP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9165" y="843677"/>
            <a:ext cx="9281523" cy="4349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BDB4-3B1A-4402-DB70-B8C0C060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5A72C-E4FD-902E-1237-570E63960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10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2B9B-DFAC-0E48-FC1D-B5B0DA45A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2231E3-9529-67C1-4CEA-48C828D42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0</TotalTime>
  <Words>31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Wingdings</vt:lpstr>
      <vt:lpstr>Office Theme</vt:lpstr>
      <vt:lpstr>Click to edit  Master title style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Sharad Jha</dc:creator>
  <cp:lastModifiedBy>Sharad Jha</cp:lastModifiedBy>
  <cp:revision>1</cp:revision>
  <dcterms:created xsi:type="dcterms:W3CDTF">2026-02-09T15:07:29Z</dcterms:created>
  <dcterms:modified xsi:type="dcterms:W3CDTF">2026-02-09T15:07:52Z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